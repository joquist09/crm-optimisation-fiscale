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61" r:id="rId5"/>
    <p:sldId id="258" r:id="rId6"/>
    <p:sldId id="263" r:id="rId7"/>
    <p:sldId id="259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50" d="100"/>
          <a:sy n="50" d="100"/>
        </p:scale>
        <p:origin x="1287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102B98-A003-7A6D-F531-8B949513E8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6E3164F-51DA-9F2D-F296-5F55162949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BBBA5C5-AF35-620D-975E-06B909427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8505-CB2A-49BE-B832-74AA8E10D547}" type="datetimeFigureOut">
              <a:rPr lang="fr-CA" smtClean="0"/>
              <a:t>2025-07-04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8DF05EE-C250-44D0-48A4-88FE922B7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354138-E382-8140-9258-73BA067CF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E1AC9-A076-45EE-93F7-90FD939B024D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94513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DF1BF9-59FE-2613-D184-75FA67902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0DAC6A-69A7-7146-BAE8-CC71EDF14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EAFE7DA-E347-C618-AC99-1684949AD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8505-CB2A-49BE-B832-74AA8E10D547}" type="datetimeFigureOut">
              <a:rPr lang="fr-CA" smtClean="0"/>
              <a:t>2025-07-04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9B01008-CBD9-44F9-C4B7-0DE0EED52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7FAC8C9-F480-A729-5D16-DF2F33634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E1AC9-A076-45EE-93F7-90FD939B024D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63263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9B7F15-43B5-16F5-375D-64A7536F0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6998FBE-077B-24D7-3306-3E3AC8947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17A4B4-4AE9-73F4-FD6E-51E745EA4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8505-CB2A-49BE-B832-74AA8E10D547}" type="datetimeFigureOut">
              <a:rPr lang="fr-CA" smtClean="0"/>
              <a:t>2025-07-04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28BB1CF-8A1E-3C82-5970-5A594EE9E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211BB01-7566-9B89-66B3-2B9A384D7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E1AC9-A076-45EE-93F7-90FD939B024D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44045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11155F-3DB2-3C6D-5B84-0859F42CF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A31757-B6A9-6C0A-6FAE-F9A6A8E58F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66CBAC9-EA25-5514-B2B7-39FCE3515D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B6D9A0C-AC4D-C11B-BB4E-5EB450BF3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8505-CB2A-49BE-B832-74AA8E10D547}" type="datetimeFigureOut">
              <a:rPr lang="fr-CA" smtClean="0"/>
              <a:t>2025-07-04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9A36D7D-76A2-D2EB-ADAF-310ECB384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2A27D0F-9682-EE65-C13E-4E49E2CBE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E1AC9-A076-45EE-93F7-90FD939B024D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51590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FACC10-78E4-5F92-2507-404B5435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C2525D3-DD0C-1D44-D17A-DCE97EC4B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908C91B-7F47-FD24-717F-754253397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6D1B2E1-D376-C857-7C54-78B705E9F5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DE35FF9-67D9-0482-DECF-251D6A0333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D336C92-E70D-0C31-9F48-7899005D8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8505-CB2A-49BE-B832-74AA8E10D547}" type="datetimeFigureOut">
              <a:rPr lang="fr-CA" smtClean="0"/>
              <a:t>2025-07-04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B23FB4A-ED69-F3E3-F919-7051A799C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D7535E7-ACCC-4E05-508C-8DFC6EFFD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E1AC9-A076-45EE-93F7-90FD939B024D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94654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29A8DB-D2C7-3341-C2DA-4647E536B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EC9653D-352F-8A80-33B2-193DDB5DE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8505-CB2A-49BE-B832-74AA8E10D547}" type="datetimeFigureOut">
              <a:rPr lang="fr-CA" smtClean="0"/>
              <a:t>2025-07-04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04D1ED-275B-6CBC-A443-0C0E47A81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F8ABD6D-68F2-1FC9-9B45-7950A8310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E1AC9-A076-45EE-93F7-90FD939B024D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80445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7594F81-EDCC-0988-0EFC-A4B2597E1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8505-CB2A-49BE-B832-74AA8E10D547}" type="datetimeFigureOut">
              <a:rPr lang="fr-CA" smtClean="0"/>
              <a:t>2025-07-04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56E08BF-11B0-98E6-A155-A4ECAA128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119DEB7-0F4E-DE1E-A549-64275C943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E1AC9-A076-45EE-93F7-90FD939B024D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93765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424F2D-E668-6E83-7151-4E2B344B5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C21C1ED-E523-F56A-110B-A2D6B3C8E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C2C9CD5-F515-5780-C4D2-02C0C8C09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094FDC1-9279-CE88-2EDE-114C17621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8505-CB2A-49BE-B832-74AA8E10D547}" type="datetimeFigureOut">
              <a:rPr lang="fr-CA" smtClean="0"/>
              <a:t>2025-07-04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325BE32-ACBB-D4F3-A151-B2DEF5C45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41DF800-414F-0396-799C-EEAF7845D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E1AC9-A076-45EE-93F7-90FD939B024D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17902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FFAFAC-C5D8-B31B-E2AE-DBC07E460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29DECCA-7E53-F408-C569-BF7EE58090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FAD57E8-3AD7-D1FD-7B4B-D0161A0D4C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64B552-C602-8A78-D82E-69631E88E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8505-CB2A-49BE-B832-74AA8E10D547}" type="datetimeFigureOut">
              <a:rPr lang="fr-CA" smtClean="0"/>
              <a:t>2025-07-04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1018673-B9B6-0FBD-E0CE-D323762BA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97FEF8E-4468-C0BE-5184-3FE4A083B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E1AC9-A076-45EE-93F7-90FD939B024D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01774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59030D-5BFD-EA43-FFF5-4CECEBC67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5DFC40B-EE29-4529-B426-3FFDB6D388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625043-B1D0-3C98-50DB-4C4E7A6C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8505-CB2A-49BE-B832-74AA8E10D547}" type="datetimeFigureOut">
              <a:rPr lang="fr-CA" smtClean="0"/>
              <a:t>2025-07-04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AE6866-1EFF-A6C8-E2DA-3E7ED6E35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2225DF7-A460-0603-EA5C-791F9964E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E1AC9-A076-45EE-93F7-90FD939B024D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5140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D62FDA9-981F-F16D-A640-BC5CDF821E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FB9D938-EAA4-20B6-95E1-A94594B1EC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33CD25-87EE-C51A-4B23-34FC55004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E8505-CB2A-49BE-B832-74AA8E10D547}" type="datetimeFigureOut">
              <a:rPr lang="fr-CA" smtClean="0"/>
              <a:t>2025-07-04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64AF12-D8D9-C2BA-C6BD-A7F870CBF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1474DCD-2304-D258-43C6-7D1FAF43F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E1AC9-A076-45EE-93F7-90FD939B024D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07946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D9968CB-A85D-E610-45E2-A254813B1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15583A0-1B8E-6B8A-FCC3-743CEEBAF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4886F2-CB14-09B5-CB97-6667330958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8E8505-CB2A-49BE-B832-74AA8E10D547}" type="datetimeFigureOut">
              <a:rPr lang="fr-CA" smtClean="0"/>
              <a:t>2025-07-04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9E9011-098F-7333-E8BE-AB5751D0B2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D0234F-45D6-AA95-467A-7D8FCF7C24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3E1AC9-A076-45EE-93F7-90FD939B024D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52428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27C3CA7-CC0F-EBAF-CE8E-0E7745787B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51F4597F-C9CC-B765-881D-1C4AB7F3B87F}"/>
              </a:ext>
            </a:extLst>
          </p:cNvPr>
          <p:cNvSpPr/>
          <p:nvPr/>
        </p:nvSpPr>
        <p:spPr>
          <a:xfrm>
            <a:off x="370113" y="1598382"/>
            <a:ext cx="3751943" cy="1886857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000" b="1" dirty="0">
                <a:solidFill>
                  <a:schemeClr val="tx2"/>
                </a:solidFill>
              </a:rPr>
              <a:t>Informations </a:t>
            </a:r>
          </a:p>
          <a:p>
            <a:pPr algn="ctr"/>
            <a:r>
              <a:rPr lang="fr-CA" sz="2000" b="1" dirty="0">
                <a:solidFill>
                  <a:schemeClr val="tx2"/>
                </a:solidFill>
              </a:rPr>
              <a:t>personnelles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321BCEB2-EFF5-CEE6-DB5D-2D3F73FB25E9}"/>
              </a:ext>
            </a:extLst>
          </p:cNvPr>
          <p:cNvSpPr/>
          <p:nvPr/>
        </p:nvSpPr>
        <p:spPr>
          <a:xfrm>
            <a:off x="370112" y="3624943"/>
            <a:ext cx="3751943" cy="1886857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800" b="1" dirty="0">
                <a:solidFill>
                  <a:schemeClr val="tx2"/>
                </a:solidFill>
              </a:rPr>
              <a:t>Sociétés</a:t>
            </a:r>
            <a:endParaRPr lang="fr-CA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DBFE21B-5673-C335-EFDD-50879CE2CE3F}"/>
              </a:ext>
            </a:extLst>
          </p:cNvPr>
          <p:cNvSpPr txBox="1"/>
          <p:nvPr/>
        </p:nvSpPr>
        <p:spPr>
          <a:xfrm>
            <a:off x="5344886" y="252182"/>
            <a:ext cx="15022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4400" b="1" dirty="0">
                <a:solidFill>
                  <a:schemeClr val="bg1"/>
                </a:solidFill>
              </a:rPr>
              <a:t>BETA</a:t>
            </a:r>
          </a:p>
        </p:txBody>
      </p:sp>
      <p:pic>
        <p:nvPicPr>
          <p:cNvPr id="14" name="Graphique 13" descr="Utilisateur contour">
            <a:extLst>
              <a:ext uri="{FF2B5EF4-FFF2-40B4-BE49-F238E27FC236}">
                <a16:creationId xmlns:a16="http://schemas.microsoft.com/office/drawing/2014/main" id="{AF6A14E2-7D91-A430-CDB8-DB216BAB7C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259" y="2028370"/>
            <a:ext cx="914400" cy="914400"/>
          </a:xfrm>
          <a:prstGeom prst="rect">
            <a:avLst/>
          </a:prstGeom>
        </p:spPr>
      </p:pic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5A892A15-9E11-2321-2CDF-529057E6F112}"/>
              </a:ext>
            </a:extLst>
          </p:cNvPr>
          <p:cNvSpPr/>
          <p:nvPr/>
        </p:nvSpPr>
        <p:spPr>
          <a:xfrm>
            <a:off x="8280402" y="1589313"/>
            <a:ext cx="3751943" cy="1886857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tx2"/>
                </a:solidFill>
              </a:rPr>
              <a:t>          Importer/Exporter</a:t>
            </a:r>
            <a:endParaRPr lang="fr-CA" dirty="0"/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93EEFCDB-B11E-5C14-73D4-742507A9790B}"/>
              </a:ext>
            </a:extLst>
          </p:cNvPr>
          <p:cNvSpPr/>
          <p:nvPr/>
        </p:nvSpPr>
        <p:spPr>
          <a:xfrm>
            <a:off x="8273141" y="3624942"/>
            <a:ext cx="3751943" cy="1886857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tx2"/>
                </a:solidFill>
              </a:rPr>
              <a:t>Autres</a:t>
            </a:r>
            <a:endParaRPr lang="fr-CA" sz="1800" b="1" dirty="0">
              <a:solidFill>
                <a:schemeClr val="tx2"/>
              </a:solidFill>
            </a:endParaRPr>
          </a:p>
        </p:txBody>
      </p:sp>
      <p:pic>
        <p:nvPicPr>
          <p:cNvPr id="21" name="Graphique 20" descr="Synchronisation avec le cloud contour">
            <a:extLst>
              <a:ext uri="{FF2B5EF4-FFF2-40B4-BE49-F238E27FC236}">
                <a16:creationId xmlns:a16="http://schemas.microsoft.com/office/drawing/2014/main" id="{22CAA2E3-12F3-EE00-67AD-71DBFD4194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15339" y="202837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565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6A3CC-1263-FE0D-51C3-773BF3013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1E54009-7035-9D0D-F356-21F981B02C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802093C5-38D2-6B05-2DAA-DC0C48E1749F}"/>
              </a:ext>
            </a:extLst>
          </p:cNvPr>
          <p:cNvSpPr/>
          <p:nvPr/>
        </p:nvSpPr>
        <p:spPr>
          <a:xfrm>
            <a:off x="1695451" y="1932764"/>
            <a:ext cx="9486900" cy="468212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2F9D55C-EE57-6EE0-8966-C3E08A95AA38}"/>
              </a:ext>
            </a:extLst>
          </p:cNvPr>
          <p:cNvSpPr txBox="1"/>
          <p:nvPr/>
        </p:nvSpPr>
        <p:spPr>
          <a:xfrm>
            <a:off x="4183743" y="243107"/>
            <a:ext cx="382451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4400" b="1" dirty="0">
                <a:solidFill>
                  <a:schemeClr val="bg1"/>
                </a:solidFill>
              </a:rPr>
              <a:t>Info</a:t>
            </a:r>
          </a:p>
          <a:p>
            <a:pPr algn="ctr"/>
            <a:r>
              <a:rPr lang="fr-CA" sz="4400" b="1" dirty="0">
                <a:solidFill>
                  <a:schemeClr val="bg1"/>
                </a:solidFill>
              </a:rPr>
              <a:t>personnelles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7BADCC-CA23-625A-DE2E-47EB75121FDF}"/>
              </a:ext>
            </a:extLst>
          </p:cNvPr>
          <p:cNvSpPr/>
          <p:nvPr/>
        </p:nvSpPr>
        <p:spPr>
          <a:xfrm>
            <a:off x="2590801" y="2486024"/>
            <a:ext cx="2952750" cy="94297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dirty="0"/>
              <a:t>Nom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514ABC-B5EE-8529-0C1C-D12E86A73171}"/>
              </a:ext>
            </a:extLst>
          </p:cNvPr>
          <p:cNvSpPr/>
          <p:nvPr/>
        </p:nvSpPr>
        <p:spPr>
          <a:xfrm>
            <a:off x="6553200" y="2486024"/>
            <a:ext cx="3267075" cy="94297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dirty="0"/>
              <a:t>Nom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AA5DA58A-2341-A53F-7F71-3F9BBBA1870E}"/>
              </a:ext>
            </a:extLst>
          </p:cNvPr>
          <p:cNvSpPr/>
          <p:nvPr/>
        </p:nvSpPr>
        <p:spPr>
          <a:xfrm>
            <a:off x="4562929" y="5100281"/>
            <a:ext cx="3751943" cy="522964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800" b="1" dirty="0">
                <a:solidFill>
                  <a:schemeClr val="tx2"/>
                </a:solidFill>
              </a:rPr>
              <a:t>Enfants</a:t>
            </a:r>
            <a:endParaRPr lang="fr-CA" dirty="0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A33C305D-624C-D85E-85A6-E7B2AF6579EF}"/>
              </a:ext>
            </a:extLst>
          </p:cNvPr>
          <p:cNvSpPr/>
          <p:nvPr/>
        </p:nvSpPr>
        <p:spPr>
          <a:xfrm>
            <a:off x="4562928" y="5778435"/>
            <a:ext cx="3751943" cy="522964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tx2"/>
                </a:solidFill>
              </a:rPr>
              <a:t>Actifs/Passifs</a:t>
            </a:r>
            <a:endParaRPr lang="fr-CA" sz="18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9196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63884-8C63-0B17-A4E3-5E8B87C46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30F8A26-BB30-AA4D-0A26-D0CB4679DE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69086D43-5FB4-1E4F-1B60-7C8D64FD9DF2}"/>
              </a:ext>
            </a:extLst>
          </p:cNvPr>
          <p:cNvSpPr/>
          <p:nvPr/>
        </p:nvSpPr>
        <p:spPr>
          <a:xfrm>
            <a:off x="3272060" y="1748968"/>
            <a:ext cx="4995640" cy="4470857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tx2"/>
                </a:solidFill>
              </a:rPr>
              <a:t>Ajouter</a:t>
            </a:r>
          </a:p>
          <a:p>
            <a:pPr algn="ctr"/>
            <a:endParaRPr lang="fr-CA" b="1" dirty="0">
              <a:solidFill>
                <a:schemeClr val="tx2"/>
              </a:solidFill>
            </a:endParaRPr>
          </a:p>
          <a:p>
            <a:pPr algn="ctr"/>
            <a:endParaRPr lang="fr-CA" b="1" dirty="0">
              <a:solidFill>
                <a:schemeClr val="tx2"/>
              </a:solidFill>
            </a:endParaRPr>
          </a:p>
          <a:p>
            <a:pPr algn="ctr"/>
            <a:r>
              <a:rPr lang="fr-CA" b="1" dirty="0">
                <a:solidFill>
                  <a:schemeClr val="tx2"/>
                </a:solidFill>
              </a:rPr>
              <a:t>X Société 1 - gestion</a:t>
            </a:r>
          </a:p>
          <a:p>
            <a:pPr algn="ctr"/>
            <a:endParaRPr lang="fr-CA" b="1" dirty="0">
              <a:solidFill>
                <a:schemeClr val="tx2"/>
              </a:solidFill>
            </a:endParaRPr>
          </a:p>
          <a:p>
            <a:pPr algn="ctr"/>
            <a:r>
              <a:rPr lang="fr-CA" b="1" dirty="0">
                <a:solidFill>
                  <a:schemeClr val="tx2"/>
                </a:solidFill>
              </a:rPr>
              <a:t>X Société 2 - opérante</a:t>
            </a:r>
            <a:endParaRPr lang="fr-CA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4AA421D-D498-2540-E3EA-8E6C36BDA84C}"/>
              </a:ext>
            </a:extLst>
          </p:cNvPr>
          <p:cNvSpPr txBox="1"/>
          <p:nvPr/>
        </p:nvSpPr>
        <p:spPr>
          <a:xfrm>
            <a:off x="4310739" y="199568"/>
            <a:ext cx="25690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4400" b="1" dirty="0">
                <a:solidFill>
                  <a:schemeClr val="bg1"/>
                </a:solidFill>
              </a:rPr>
              <a:t>Sociétés</a:t>
            </a:r>
          </a:p>
        </p:txBody>
      </p:sp>
    </p:spTree>
    <p:extLst>
      <p:ext uri="{BB962C8B-B14F-4D97-AF65-F5344CB8AC3E}">
        <p14:creationId xmlns:p14="http://schemas.microsoft.com/office/powerpoint/2010/main" val="2124776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5B2C0-E0D3-E4D8-7255-15DAAF666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31DD1F6-E700-F8F7-2A68-8A5BD08F09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112C7A28-EF04-040D-1316-B14855790EDD}"/>
              </a:ext>
            </a:extLst>
          </p:cNvPr>
          <p:cNvSpPr/>
          <p:nvPr/>
        </p:nvSpPr>
        <p:spPr>
          <a:xfrm>
            <a:off x="3272060" y="1748968"/>
            <a:ext cx="4995640" cy="4432757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tx2"/>
                </a:solidFill>
              </a:rPr>
              <a:t>Société 1 – Gestion</a:t>
            </a:r>
          </a:p>
          <a:p>
            <a:pPr algn="ctr"/>
            <a:endParaRPr lang="fr-CA" b="1" dirty="0">
              <a:solidFill>
                <a:schemeClr val="tx2"/>
              </a:solidFill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785A06C-2DE6-7D8D-95A1-D6C2B0F47D8E}"/>
              </a:ext>
            </a:extLst>
          </p:cNvPr>
          <p:cNvSpPr txBox="1"/>
          <p:nvPr/>
        </p:nvSpPr>
        <p:spPr>
          <a:xfrm>
            <a:off x="2038351" y="199568"/>
            <a:ext cx="72866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4400" b="1" dirty="0">
                <a:solidFill>
                  <a:schemeClr val="bg1"/>
                </a:solidFill>
              </a:rPr>
              <a:t>Vue société – Société 1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B4E1A228-6558-776A-B0B2-58031D17011A}"/>
              </a:ext>
            </a:extLst>
          </p:cNvPr>
          <p:cNvSpPr/>
          <p:nvPr/>
        </p:nvSpPr>
        <p:spPr>
          <a:xfrm>
            <a:off x="3893906" y="4476676"/>
            <a:ext cx="3751943" cy="522964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tx2"/>
                </a:solidFill>
              </a:rPr>
              <a:t>Actifs/Passifs</a:t>
            </a:r>
            <a:endParaRPr lang="fr-CA" sz="1800" b="1" dirty="0">
              <a:solidFill>
                <a:schemeClr val="tx2"/>
              </a:solidFill>
            </a:endParaRP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BC984403-C0C2-7924-318F-89ECB5470B9E}"/>
              </a:ext>
            </a:extLst>
          </p:cNvPr>
          <p:cNvSpPr/>
          <p:nvPr/>
        </p:nvSpPr>
        <p:spPr>
          <a:xfrm>
            <a:off x="3893906" y="5057245"/>
            <a:ext cx="3751943" cy="522964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tx2"/>
                </a:solidFill>
              </a:rPr>
              <a:t>Assurances</a:t>
            </a:r>
            <a:endParaRPr lang="fr-CA" sz="1800" b="1" dirty="0">
              <a:solidFill>
                <a:schemeClr val="tx2"/>
              </a:solidFill>
            </a:endParaRP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09B43C93-FA0E-889D-B6FB-0980B27A53CE}"/>
              </a:ext>
            </a:extLst>
          </p:cNvPr>
          <p:cNvSpPr/>
          <p:nvPr/>
        </p:nvSpPr>
        <p:spPr>
          <a:xfrm>
            <a:off x="3893906" y="5668514"/>
            <a:ext cx="3751943" cy="522964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800" b="1" dirty="0">
                <a:solidFill>
                  <a:schemeClr val="tx2"/>
                </a:solidFill>
              </a:rPr>
              <a:t>Infos fiscales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9F28FFB6-CFE8-BCD9-3856-B7DA16570E48}"/>
              </a:ext>
            </a:extLst>
          </p:cNvPr>
          <p:cNvSpPr/>
          <p:nvPr/>
        </p:nvSpPr>
        <p:spPr>
          <a:xfrm>
            <a:off x="3893905" y="6239330"/>
            <a:ext cx="3751943" cy="522964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800" b="1" dirty="0">
                <a:solidFill>
                  <a:schemeClr val="tx2"/>
                </a:solidFill>
              </a:rPr>
              <a:t>Détentions</a:t>
            </a:r>
          </a:p>
        </p:txBody>
      </p:sp>
    </p:spTree>
    <p:extLst>
      <p:ext uri="{BB962C8B-B14F-4D97-AF65-F5344CB8AC3E}">
        <p14:creationId xmlns:p14="http://schemas.microsoft.com/office/powerpoint/2010/main" val="518320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05D35-2744-B3A2-83A2-4E332FB4D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01AB7F-1E76-14DE-9D4B-05963CFBC7A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8E195FA5-8C83-9A51-FA1E-1986C0C74655}"/>
              </a:ext>
            </a:extLst>
          </p:cNvPr>
          <p:cNvSpPr/>
          <p:nvPr/>
        </p:nvSpPr>
        <p:spPr>
          <a:xfrm>
            <a:off x="1781175" y="1255655"/>
            <a:ext cx="8515350" cy="543089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EA338CE-5F4A-9E15-6FDF-EED476596399}"/>
              </a:ext>
            </a:extLst>
          </p:cNvPr>
          <p:cNvSpPr txBox="1"/>
          <p:nvPr/>
        </p:nvSpPr>
        <p:spPr>
          <a:xfrm>
            <a:off x="2847975" y="243107"/>
            <a:ext cx="66389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4400" b="1" dirty="0">
                <a:solidFill>
                  <a:schemeClr val="bg1"/>
                </a:solidFill>
              </a:rPr>
              <a:t>Vue Actifs/Passifs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35EC6E-63BC-5F24-A2B8-98B6E394EE49}"/>
              </a:ext>
            </a:extLst>
          </p:cNvPr>
          <p:cNvSpPr/>
          <p:nvPr/>
        </p:nvSpPr>
        <p:spPr>
          <a:xfrm>
            <a:off x="2619374" y="1854689"/>
            <a:ext cx="2952750" cy="94297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dirty="0"/>
              <a:t>Ajouter actif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9C6CA3-357A-3E1D-5CE0-D8AFDFF5E7FD}"/>
              </a:ext>
            </a:extLst>
          </p:cNvPr>
          <p:cNvSpPr/>
          <p:nvPr/>
        </p:nvSpPr>
        <p:spPr>
          <a:xfrm>
            <a:off x="3910012" y="3327644"/>
            <a:ext cx="4510088" cy="286360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dirty="0"/>
              <a:t>Liste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F3E86B-F76C-F874-944D-BCA93767A97D}"/>
              </a:ext>
            </a:extLst>
          </p:cNvPr>
          <p:cNvSpPr/>
          <p:nvPr/>
        </p:nvSpPr>
        <p:spPr>
          <a:xfrm>
            <a:off x="6457949" y="1854689"/>
            <a:ext cx="2952750" cy="94297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dirty="0"/>
              <a:t>Ajouter passifs</a:t>
            </a:r>
          </a:p>
        </p:txBody>
      </p:sp>
    </p:spTree>
    <p:extLst>
      <p:ext uri="{BB962C8B-B14F-4D97-AF65-F5344CB8AC3E}">
        <p14:creationId xmlns:p14="http://schemas.microsoft.com/office/powerpoint/2010/main" val="77649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5EE61-B2DC-863A-665C-07B0AE98D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0250F04-4443-2424-5529-B932659394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804E232B-981D-1B8E-F61E-EB0BA66DFF50}"/>
              </a:ext>
            </a:extLst>
          </p:cNvPr>
          <p:cNvSpPr/>
          <p:nvPr/>
        </p:nvSpPr>
        <p:spPr>
          <a:xfrm>
            <a:off x="1701796" y="1244777"/>
            <a:ext cx="8585203" cy="486047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D424BE2-864F-ED2F-2ECE-52DBD263D0CA}"/>
              </a:ext>
            </a:extLst>
          </p:cNvPr>
          <p:cNvSpPr txBox="1"/>
          <p:nvPr/>
        </p:nvSpPr>
        <p:spPr>
          <a:xfrm>
            <a:off x="2724150" y="237668"/>
            <a:ext cx="676274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4400" b="1" dirty="0">
                <a:solidFill>
                  <a:schemeClr val="bg1"/>
                </a:solidFill>
              </a:rPr>
              <a:t>Vue Ajout Actif</a:t>
            </a:r>
          </a:p>
          <a:p>
            <a:pPr algn="ctr"/>
            <a:endParaRPr lang="fr-CA" sz="4400" b="1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780D36-F131-02D4-0AFF-4AFD0EA64A34}"/>
              </a:ext>
            </a:extLst>
          </p:cNvPr>
          <p:cNvSpPr/>
          <p:nvPr/>
        </p:nvSpPr>
        <p:spPr>
          <a:xfrm>
            <a:off x="2352675" y="2028825"/>
            <a:ext cx="7448550" cy="76944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dirty="0"/>
              <a:t>Sélectionner type (change les champs)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CAC0B6-9E0B-91BF-4CAB-B2F6559A0F60}"/>
              </a:ext>
            </a:extLst>
          </p:cNvPr>
          <p:cNvSpPr/>
          <p:nvPr/>
        </p:nvSpPr>
        <p:spPr>
          <a:xfrm>
            <a:off x="2352675" y="3204569"/>
            <a:ext cx="7448550" cy="76944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dirty="0"/>
              <a:t>Info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1DF645-4CC1-305F-749B-EE14D07DA262}"/>
              </a:ext>
            </a:extLst>
          </p:cNvPr>
          <p:cNvSpPr/>
          <p:nvPr/>
        </p:nvSpPr>
        <p:spPr>
          <a:xfrm>
            <a:off x="2371724" y="4382671"/>
            <a:ext cx="7448550" cy="769441"/>
          </a:xfrm>
          <a:prstGeom prst="rect">
            <a:avLst/>
          </a:prstGeom>
          <a:solidFill>
            <a:srgbClr val="FF0000">
              <a:alpha val="34118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dirty="0"/>
              <a:t>Erreur</a:t>
            </a:r>
          </a:p>
        </p:txBody>
      </p:sp>
      <p:pic>
        <p:nvPicPr>
          <p:cNvPr id="7" name="Graphique 6" descr="Coche avec un remplissage uni">
            <a:extLst>
              <a:ext uri="{FF2B5EF4-FFF2-40B4-BE49-F238E27FC236}">
                <a16:creationId xmlns:a16="http://schemas.microsoft.com/office/drawing/2014/main" id="{14E931ED-678D-1BAC-D5D1-A41BC87FB3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21347" y="5254030"/>
            <a:ext cx="749303" cy="749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463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0CD05-CCC5-8DB6-7353-A0E0784DA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0391585-41D6-C8CF-6504-3C9056B5722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8AA71036-25FC-9CFE-98C9-3CE414E04162}"/>
              </a:ext>
            </a:extLst>
          </p:cNvPr>
          <p:cNvSpPr/>
          <p:nvPr/>
        </p:nvSpPr>
        <p:spPr>
          <a:xfrm>
            <a:off x="1701796" y="1244777"/>
            <a:ext cx="8585203" cy="486047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0737EB5-6C16-C831-A504-4EACD7D599DC}"/>
              </a:ext>
            </a:extLst>
          </p:cNvPr>
          <p:cNvSpPr txBox="1"/>
          <p:nvPr/>
        </p:nvSpPr>
        <p:spPr>
          <a:xfrm>
            <a:off x="4183743" y="237668"/>
            <a:ext cx="38245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4400" b="1" dirty="0">
                <a:solidFill>
                  <a:schemeClr val="bg1"/>
                </a:solidFill>
              </a:rPr>
              <a:t>Formulaire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8A1660-1FE6-8CD7-5F60-9406625509A1}"/>
              </a:ext>
            </a:extLst>
          </p:cNvPr>
          <p:cNvSpPr/>
          <p:nvPr/>
        </p:nvSpPr>
        <p:spPr>
          <a:xfrm>
            <a:off x="2352675" y="2028825"/>
            <a:ext cx="7448550" cy="76944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dirty="0"/>
              <a:t>Nom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E95827-08B1-FA3B-3AA4-536E57FA5315}"/>
              </a:ext>
            </a:extLst>
          </p:cNvPr>
          <p:cNvSpPr/>
          <p:nvPr/>
        </p:nvSpPr>
        <p:spPr>
          <a:xfrm>
            <a:off x="2352675" y="3204569"/>
            <a:ext cx="7448550" cy="76944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dirty="0"/>
              <a:t>Info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4A94A5-20FE-1EF5-F9E5-9A4183D7FD04}"/>
              </a:ext>
            </a:extLst>
          </p:cNvPr>
          <p:cNvSpPr/>
          <p:nvPr/>
        </p:nvSpPr>
        <p:spPr>
          <a:xfrm>
            <a:off x="2371724" y="4382671"/>
            <a:ext cx="7448550" cy="769441"/>
          </a:xfrm>
          <a:prstGeom prst="rect">
            <a:avLst/>
          </a:prstGeom>
          <a:solidFill>
            <a:srgbClr val="FF0000">
              <a:alpha val="34118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dirty="0"/>
              <a:t>Erreur</a:t>
            </a:r>
          </a:p>
        </p:txBody>
      </p:sp>
      <p:pic>
        <p:nvPicPr>
          <p:cNvPr id="7" name="Graphique 6" descr="Coche avec un remplissage uni">
            <a:extLst>
              <a:ext uri="{FF2B5EF4-FFF2-40B4-BE49-F238E27FC236}">
                <a16:creationId xmlns:a16="http://schemas.microsoft.com/office/drawing/2014/main" id="{9E8FB04E-06F0-7A68-B04F-FC5D919D37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21347" y="5254030"/>
            <a:ext cx="749303" cy="749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49661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72</Words>
  <Application>Microsoft Office PowerPoint</Application>
  <PresentationFormat>Grand écran</PresentationFormat>
  <Paragraphs>37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Jordan Quist</dc:creator>
  <cp:lastModifiedBy>Jordan Quist</cp:lastModifiedBy>
  <cp:revision>1</cp:revision>
  <dcterms:created xsi:type="dcterms:W3CDTF">2025-07-04T14:17:16Z</dcterms:created>
  <dcterms:modified xsi:type="dcterms:W3CDTF">2025-07-04T15:57:05Z</dcterms:modified>
</cp:coreProperties>
</file>